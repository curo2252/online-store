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9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A48E-1FA5-5D16-998B-F30C28D1E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1" dirty="0"/>
              <a:t>Разработка онлайн информационной системы для продуктовых магазинов</a:t>
            </a:r>
            <a:endParaRPr lang="ru-RU" sz="3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5CE5C-87C3-0DD0-0718-3E9332EEE8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Студент – Мамедов Орудж 680.23</a:t>
            </a:r>
          </a:p>
          <a:p>
            <a:r>
              <a:rPr lang="ru-RU" dirty="0"/>
              <a:t>Преподаватель – Халилов </a:t>
            </a:r>
            <a:r>
              <a:rPr lang="ru-RU" dirty="0" err="1"/>
              <a:t>Мятляб</a:t>
            </a:r>
            <a:r>
              <a:rPr lang="ru-RU" dirty="0"/>
              <a:t> </a:t>
            </a:r>
          </a:p>
          <a:p>
            <a:r>
              <a:rPr lang="ru-RU" dirty="0"/>
              <a:t>Алиев Джамиль </a:t>
            </a:r>
          </a:p>
        </p:txBody>
      </p:sp>
    </p:spTree>
    <p:extLst>
      <p:ext uri="{BB962C8B-B14F-4D97-AF65-F5344CB8AC3E}">
        <p14:creationId xmlns:p14="http://schemas.microsoft.com/office/powerpoint/2010/main" val="2771726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33BD5-8060-7C58-9348-26E8B451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Для разработки данного веб-сайта был использован ряд современных технологий, обеспечивающих создание структуры, оформление интерфейса, реализацию интерактивного функционала и публикацию проекта в интернете.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95B6D1-3A96-8B03-5070-4236FF8A9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HTML использовался для создания структуры веб-сайта и размещения основных элементов интерфейса. С помощью HTML были реализованы страницы категорий, карточки товаров, навигация и корзина. CSS использовался для оформления внешнего вида сайта и создания современного пользовательского интерфейса. С его помощью были реализованы анимации, адаптивность, </a:t>
            </a:r>
            <a:r>
              <a:rPr lang="ru-RU" dirty="0" err="1"/>
              <a:t>hover</a:t>
            </a:r>
            <a:r>
              <a:rPr lang="ru-RU" dirty="0"/>
              <a:t>-эффекты и стилизация всех элементов. JavaScript использовался для реализации интерактивного функционала сайта. С его помощью были созданы поиск товаров, корзина, изменение количества товаров и динамическое обновление интерфейса. </a:t>
            </a:r>
            <a:r>
              <a:rPr lang="ru-RU" dirty="0" err="1"/>
              <a:t>localStorage</a:t>
            </a:r>
            <a:r>
              <a:rPr lang="ru-RU" dirty="0"/>
              <a:t> использовался для сохранения данных корзины в браузере пользователя. Благодаря этому товары сохраняются даже после перезагрузки страницы.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Pages</a:t>
            </a:r>
            <a:r>
              <a:rPr lang="ru-RU" dirty="0"/>
              <a:t> использовался для публикации и размещения веб-сайта в интернете. Это позволило получить публичную ссылку для доступа к проекту через браузер.</a:t>
            </a:r>
          </a:p>
        </p:txBody>
      </p:sp>
    </p:spTree>
    <p:extLst>
      <p:ext uri="{BB962C8B-B14F-4D97-AF65-F5344CB8AC3E}">
        <p14:creationId xmlns:p14="http://schemas.microsoft.com/office/powerpoint/2010/main" val="331859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0A186-F8A8-BC84-831B-FB8AF3A1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27355"/>
            <a:ext cx="8596668" cy="1320800"/>
          </a:xfrm>
        </p:spPr>
        <p:txBody>
          <a:bodyPr>
            <a:noAutofit/>
          </a:bodyPr>
          <a:lstStyle/>
          <a:p>
            <a:r>
              <a:rPr lang="ru-RU" sz="2000" dirty="0"/>
              <a:t>Структура разработанного веб-сайта включает в себя несколько основных разделов и функциональных элементов.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50B6E-59A4-BE2F-6DF2-3F18A0163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Структура сайта была разделена на несколько основных разделов, включая главную страницу, категории товаров, корзину , навигацию и </a:t>
            </a:r>
            <a:r>
              <a:rPr lang="ru-RU" dirty="0" err="1"/>
              <a:t>footer</a:t>
            </a:r>
            <a:r>
              <a:rPr lang="ru-RU" dirty="0"/>
              <a:t>. Такое разделение позволило сделать интерфейс более удобным и понятным для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256489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2E8C9E-0FEA-E139-604D-3476B3B1FE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648" b="1026"/>
          <a:stretch>
            <a:fillRect/>
          </a:stretch>
        </p:blipFill>
        <p:spPr>
          <a:xfrm>
            <a:off x="677335" y="570271"/>
            <a:ext cx="8596668" cy="461378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716BB1B-CEE4-A3AF-D7E9-EAAD31561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5" y="5436164"/>
            <a:ext cx="8596667" cy="674024"/>
          </a:xfrm>
        </p:spPr>
        <p:txBody>
          <a:bodyPr>
            <a:normAutofit/>
          </a:bodyPr>
          <a:lstStyle/>
          <a:p>
            <a:r>
              <a:rPr lang="ru-RU" sz="2000" dirty="0"/>
              <a:t>Главная , Корзина , Категории ,</a:t>
            </a:r>
            <a:r>
              <a:rPr lang="en-US" sz="2000" dirty="0"/>
              <a:t> Navigation</a:t>
            </a:r>
            <a:r>
              <a:rPr lang="ru-R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500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1073-21F1-9E70-085F-849E2B7C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CF264A0C-CDF3-6743-B437-EADE31235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4765604"/>
            <a:ext cx="8596667" cy="674024"/>
          </a:xfrm>
        </p:spPr>
        <p:txBody>
          <a:bodyPr>
            <a:normAutofit/>
          </a:bodyPr>
          <a:lstStyle/>
          <a:p>
            <a:r>
              <a:rPr lang="en-US" sz="2000" dirty="0"/>
              <a:t>Footer</a:t>
            </a:r>
            <a:r>
              <a:rPr lang="ru-RU" sz="2000" dirty="0"/>
              <a:t> ,</a:t>
            </a:r>
            <a:r>
              <a:rPr lang="en-US" sz="2000" dirty="0"/>
              <a:t> Navigation</a:t>
            </a:r>
            <a:r>
              <a:rPr lang="ru-RU" sz="2000" dirty="0"/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6D8FDE-879B-D101-83A4-AB582B38A7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26" r="42473" b="-17666"/>
          <a:stretch>
            <a:fillRect/>
          </a:stretch>
        </p:blipFill>
        <p:spPr>
          <a:xfrm>
            <a:off x="677334" y="609600"/>
            <a:ext cx="7948506" cy="431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77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9C0D2-9EA7-120F-10C6-29B517AF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Навигация сайта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05B968-B5D0-704F-4E04-F6099B5E4A2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" r="1866" b="-221609"/>
          <a:stretch>
            <a:fillRect/>
          </a:stretch>
        </p:blipFill>
        <p:spPr>
          <a:xfrm>
            <a:off x="677334" y="816638"/>
            <a:ext cx="8080586" cy="3614849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F40A5751-8CA3-DEDB-DF67-46C42BE19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Навигация была реализована для быстрого перехода между различными разделами веб-сайта. Пользователь может легко перемещаться между категориями товаров, разделом со скидками , корзиной и главной страницей.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AB0E56-AD28-46DB-7D5E-557CA20A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166474"/>
            <a:ext cx="8080586" cy="226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2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237BE-B886-3D4F-7546-A6320E2C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463588"/>
            <a:ext cx="8596667" cy="566738"/>
          </a:xfrm>
        </p:spPr>
        <p:txBody>
          <a:bodyPr/>
          <a:lstStyle/>
          <a:p>
            <a:r>
              <a:rPr lang="en-US" dirty="0"/>
              <a:t>Icons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FC9003-79C7-8927-38BF-C7C675BD4D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-258" b="-1326"/>
          <a:stretch>
            <a:fillRect/>
          </a:stretch>
        </p:blipFill>
        <p:spPr>
          <a:xfrm>
            <a:off x="677334" y="1453648"/>
            <a:ext cx="2317891" cy="299143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5D89FFD5-6EB1-8824-D565-1AB46AFE2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5048833"/>
            <a:ext cx="8596667" cy="674024"/>
          </a:xfrm>
        </p:spPr>
        <p:txBody>
          <a:bodyPr>
            <a:noAutofit/>
          </a:bodyPr>
          <a:lstStyle/>
          <a:p>
            <a:r>
              <a:rPr lang="ru-RU" sz="1600" dirty="0" err="1"/>
              <a:t>Icons</a:t>
            </a:r>
            <a:r>
              <a:rPr lang="ru-RU" sz="1600" dirty="0"/>
              <a:t> использовались для улучшения визуального оформления интерфейса и повышения удобства взаимодействия с сайтом. С помощью иконок были оформлены категории товаров, корзина и отдельные элементы навигации веб-сайта.</a:t>
            </a:r>
          </a:p>
          <a:p>
            <a:endParaRPr lang="ru-RU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F53E0F-D21A-03B6-0537-0C2B75B3C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002" y="1453648"/>
            <a:ext cx="3563204" cy="134643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E643329-2B7E-2BE1-E2F4-2FA0FA6E8E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83" y="1453648"/>
            <a:ext cx="2208147" cy="134643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E9F5C66-DDD4-A899-4043-0B77E00D1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002" y="2859313"/>
            <a:ext cx="3563204" cy="154504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B34A8BB-CF5D-5007-45E1-1673566DE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5983" y="2859313"/>
            <a:ext cx="2208147" cy="154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8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32E93-5E19-44A8-6870-A208DF3D0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Категории товаров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48437A4-6586-E7C6-05B6-0127088E23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85" r="514"/>
          <a:stretch>
            <a:fillRect/>
          </a:stretch>
        </p:blipFill>
        <p:spPr>
          <a:xfrm>
            <a:off x="455326" y="2218718"/>
            <a:ext cx="9040682" cy="213144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8E154DFC-E217-8944-16BC-FD2B93F1D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Раздел категорий позволяет группировать товары по определённым типам. Это упрощает поиск необходимых товаров и улучшает удобство использования веб-сайта.</a:t>
            </a:r>
          </a:p>
        </p:txBody>
      </p:sp>
    </p:spTree>
    <p:extLst>
      <p:ext uri="{BB962C8B-B14F-4D97-AF65-F5344CB8AC3E}">
        <p14:creationId xmlns:p14="http://schemas.microsoft.com/office/powerpoint/2010/main" val="428468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D28735-BA83-B195-15F7-63FF314E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Карточки товаров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FA32EB-1D5E-2B7B-7C3C-2F97D0EE09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567" r="7"/>
          <a:stretch>
            <a:fillRect/>
          </a:stretch>
        </p:blipFill>
        <p:spPr>
          <a:xfrm>
            <a:off x="677334" y="1487303"/>
            <a:ext cx="8596667" cy="310345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1CE68BCA-23DE-7DC4-44FA-48CF5E210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Карточки товаров содержат основную информацию о продукте, включая изображение, название и стоимость. Также в карточках реализована кнопка добавления товара в корзину.</a:t>
            </a:r>
          </a:p>
        </p:txBody>
      </p:sp>
    </p:spTree>
    <p:extLst>
      <p:ext uri="{BB962C8B-B14F-4D97-AF65-F5344CB8AC3E}">
        <p14:creationId xmlns:p14="http://schemas.microsoft.com/office/powerpoint/2010/main" val="1714431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6BE68-351C-3C2A-7BC6-7AC8F2D7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поиска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95DF6E-A99F-3EE4-C57A-C5DDC652D4A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4658" b="4658"/>
          <a:stretch/>
        </p:blipFill>
        <p:spPr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3F0D4142-DBBF-0BAA-022A-E30AE2875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Система поиска позволяет находить товары по названию или категории. Поиск обновляет результаты в реальном времени без перезагрузки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100835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1EC2F-840B-4EBE-664A-2E9ACFAA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Корзина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18BEA5-7889-A60E-3483-B95F438A806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264" b="1537"/>
          <a:stretch>
            <a:fillRect/>
          </a:stretch>
        </p:blipFill>
        <p:spPr>
          <a:xfrm>
            <a:off x="677334" y="331983"/>
            <a:ext cx="6394798" cy="446861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2CFE5121-BA71-C67D-EFD8-C157364EA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Корзина используется для хранения выбранных пользователем товаров. В ней реализована возможность изменения количества товаров и подсчёта общей стоимости заказа.</a:t>
            </a:r>
          </a:p>
        </p:txBody>
      </p:sp>
    </p:spTree>
    <p:extLst>
      <p:ext uri="{BB962C8B-B14F-4D97-AF65-F5344CB8AC3E}">
        <p14:creationId xmlns:p14="http://schemas.microsoft.com/office/powerpoint/2010/main" val="773686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56A01-7F26-F9CC-EEB9-BF3C5AB2D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14800"/>
            <a:ext cx="8596667" cy="566738"/>
          </a:xfrm>
        </p:spPr>
        <p:txBody>
          <a:bodyPr/>
          <a:lstStyle/>
          <a:p>
            <a:r>
              <a:rPr lang="en-US" dirty="0"/>
              <a:t>products.js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60F5D4-DA9C-EAE9-2C5D-82E12E7FD1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8715" b="8715"/>
          <a:stretch/>
        </p:blipFill>
        <p:spPr>
          <a:xfrm>
            <a:off x="312102" y="310348"/>
            <a:ext cx="10148325" cy="3804451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F4B6125-AED5-176B-E08C-5D747A80A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4703611"/>
            <a:ext cx="8771466" cy="2154389"/>
          </a:xfrm>
        </p:spPr>
        <p:txBody>
          <a:bodyPr>
            <a:noAutofit/>
          </a:bodyPr>
          <a:lstStyle/>
          <a:p>
            <a:pPr algn="just"/>
            <a:r>
              <a:rPr lang="ru-RU" sz="1600" dirty="0"/>
              <a:t>Файл products.js использовался для хранения информации о товарах веб-сайта. В данном файле были реализованы массивы объектов, содержащие название товара, категорию, стоимость и изображение, что позволило динамически выводить карточки товаров на страницах сайта. В крупных веб-проектах данные о товарах обычно хранятся в базе данных и передаются на сайт через </a:t>
            </a:r>
            <a:r>
              <a:rPr lang="ru-RU" sz="1600" dirty="0" err="1"/>
              <a:t>backend</a:t>
            </a:r>
            <a:r>
              <a:rPr lang="ru-RU" sz="1600" dirty="0"/>
              <a:t> и API. В данном проекте использовался упрощённый вариант реализации, при котором информация о товарах была сохранена в отдельном JavaScript файле и динамически выводилась на страницы веб-сайта.</a:t>
            </a:r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  <a:p>
            <a:pPr algn="just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243194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79737F-09A1-A017-4E80-5D7C0BBF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788419"/>
            <a:ext cx="8596668" cy="751840"/>
          </a:xfrm>
        </p:spPr>
        <p:txBody>
          <a:bodyPr>
            <a:normAutofit/>
          </a:bodyPr>
          <a:lstStyle/>
          <a:p>
            <a:r>
              <a:rPr lang="ru-RU" sz="3600" dirty="0" err="1"/>
              <a:t>localStorage</a:t>
            </a:r>
            <a:endParaRPr lang="ru-RU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EB22DC-C9CE-8481-ECE3-BB396ECA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86093"/>
            <a:ext cx="8596668" cy="1570962"/>
          </a:xfrm>
        </p:spPr>
        <p:txBody>
          <a:bodyPr>
            <a:normAutofit/>
          </a:bodyPr>
          <a:lstStyle/>
          <a:p>
            <a:r>
              <a:rPr lang="ru-RU" dirty="0"/>
              <a:t>При разработке интерфейса были использованы современные UI и UX решения, включая </a:t>
            </a:r>
            <a:r>
              <a:rPr lang="ru-RU" dirty="0" err="1"/>
              <a:t>hover</a:t>
            </a:r>
            <a:r>
              <a:rPr lang="ru-RU" dirty="0"/>
              <a:t>-анимации, </a:t>
            </a:r>
            <a:r>
              <a:rPr lang="ru-RU" dirty="0" err="1"/>
              <a:t>loader</a:t>
            </a:r>
            <a:r>
              <a:rPr lang="ru-RU" dirty="0"/>
              <a:t> и минималистичный дизайн. Это позволило сделать интерфейс более удобным и визуально привлекательным.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5438D79-DA3C-AF58-2726-22F002615C9C}"/>
              </a:ext>
            </a:extLst>
          </p:cNvPr>
          <p:cNvSpPr txBox="1">
            <a:spLocks/>
          </p:cNvSpPr>
          <p:nvPr/>
        </p:nvSpPr>
        <p:spPr>
          <a:xfrm>
            <a:off x="677335" y="2476639"/>
            <a:ext cx="8596668" cy="733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Адаптивный дизайн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C603194-9AF2-C8DE-E97F-FDD642CCF2BC}"/>
              </a:ext>
            </a:extLst>
          </p:cNvPr>
          <p:cNvSpPr txBox="1">
            <a:spLocks/>
          </p:cNvSpPr>
          <p:nvPr/>
        </p:nvSpPr>
        <p:spPr>
          <a:xfrm>
            <a:off x="677335" y="4430349"/>
            <a:ext cx="8596668" cy="541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UI / UX </a:t>
            </a:r>
            <a:r>
              <a:rPr lang="ru-RU" sz="3600" dirty="0"/>
              <a:t>решения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40340F1D-9B65-D048-4AC4-8FEBDF298A69}"/>
              </a:ext>
            </a:extLst>
          </p:cNvPr>
          <p:cNvSpPr txBox="1">
            <a:spLocks/>
          </p:cNvSpPr>
          <p:nvPr/>
        </p:nvSpPr>
        <p:spPr>
          <a:xfrm>
            <a:off x="677335" y="1164339"/>
            <a:ext cx="8596668" cy="157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localStorage</a:t>
            </a:r>
            <a:r>
              <a:rPr lang="ru-RU" dirty="0"/>
              <a:t> использовался для сохранения данных корзины в браузере пользователя. Благодаря этому информация сохраняется даже после обновления страницы. Адаптивный дизайн</a:t>
            </a:r>
            <a:br>
              <a:rPr lang="ru-RU" dirty="0"/>
            </a:br>
            <a:endParaRPr lang="ru-RU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5C7BA9CC-918D-13B2-27AB-90D327407E9B}"/>
              </a:ext>
            </a:extLst>
          </p:cNvPr>
          <p:cNvSpPr txBox="1">
            <a:spLocks/>
          </p:cNvSpPr>
          <p:nvPr/>
        </p:nvSpPr>
        <p:spPr>
          <a:xfrm>
            <a:off x="677335" y="2643519"/>
            <a:ext cx="8596668" cy="157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ru-RU" dirty="0"/>
            </a:br>
            <a:r>
              <a:rPr lang="ru-RU" dirty="0"/>
              <a:t>Адаптивный дизайн обеспечивает корректное отображение веб-сайта на различных устройствах. Для этого были использованы </a:t>
            </a:r>
            <a:r>
              <a:rPr lang="ru-RU" dirty="0" err="1"/>
              <a:t>media</a:t>
            </a:r>
            <a:r>
              <a:rPr lang="ru-RU" dirty="0"/>
              <a:t> </a:t>
            </a:r>
            <a:r>
              <a:rPr lang="ru-RU" dirty="0" err="1"/>
              <a:t>queries</a:t>
            </a:r>
            <a:r>
              <a:rPr lang="ru-RU" dirty="0"/>
              <a:t> и гибкая структура интерфейса. </a:t>
            </a:r>
          </a:p>
        </p:txBody>
      </p:sp>
    </p:spTree>
    <p:extLst>
      <p:ext uri="{BB962C8B-B14F-4D97-AF65-F5344CB8AC3E}">
        <p14:creationId xmlns:p14="http://schemas.microsoft.com/office/powerpoint/2010/main" val="66083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3D62A-1D6A-CD91-FC35-6FC0B014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972CD4-FFEF-97EF-F71D-A32A080F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915837"/>
            <a:ext cx="8596668" cy="751840"/>
          </a:xfrm>
        </p:spPr>
        <p:txBody>
          <a:bodyPr>
            <a:normAutofit/>
          </a:bodyPr>
          <a:lstStyle/>
          <a:p>
            <a:r>
              <a:rPr lang="en-US" sz="3600" dirty="0"/>
              <a:t>GitHub Pages</a:t>
            </a:r>
            <a:endParaRPr lang="ru-RU" sz="4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A252D1-2B56-10C4-4C57-B2109B7E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701261"/>
            <a:ext cx="8596668" cy="1570962"/>
          </a:xfrm>
        </p:spPr>
        <p:txBody>
          <a:bodyPr>
            <a:normAutofit/>
          </a:bodyPr>
          <a:lstStyle/>
          <a:p>
            <a:r>
              <a:rPr lang="ru-RU" dirty="0"/>
              <a:t>В ходе выполнения проекта был разработан современный веб-сайт продуктового магазина с адаптивным дизайном и интерактивным функционалом. Проект позволил закрепить практические навыки работы с HTML, CSS и JavaScript.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821CB1F-80BC-616B-A644-056A93F81FDA}"/>
              </a:ext>
            </a:extLst>
          </p:cNvPr>
          <p:cNvSpPr txBox="1">
            <a:spLocks/>
          </p:cNvSpPr>
          <p:nvPr/>
        </p:nvSpPr>
        <p:spPr>
          <a:xfrm>
            <a:off x="677335" y="2476639"/>
            <a:ext cx="8596668" cy="733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Преимущества проекта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444E220-041F-97C7-4067-17C67184A90B}"/>
              </a:ext>
            </a:extLst>
          </p:cNvPr>
          <p:cNvSpPr txBox="1">
            <a:spLocks/>
          </p:cNvSpPr>
          <p:nvPr/>
        </p:nvSpPr>
        <p:spPr>
          <a:xfrm>
            <a:off x="677335" y="4430349"/>
            <a:ext cx="8596668" cy="5418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3600" dirty="0"/>
              <a:t>Заключение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E86DAF54-55AB-23A5-F4B9-FFFF7FC8A75F}"/>
              </a:ext>
            </a:extLst>
          </p:cNvPr>
          <p:cNvSpPr txBox="1">
            <a:spLocks/>
          </p:cNvSpPr>
          <p:nvPr/>
        </p:nvSpPr>
        <p:spPr>
          <a:xfrm>
            <a:off x="677335" y="1164339"/>
            <a:ext cx="8596668" cy="157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Pages</a:t>
            </a:r>
            <a:r>
              <a:rPr lang="ru-RU" dirty="0"/>
              <a:t> использовался для публикации готового проекта в интернете. Это позволило получить публичную ссылку для доступа к веб-сайту.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24F7235C-4F53-0121-F3C9-2F17267B2E06}"/>
              </a:ext>
            </a:extLst>
          </p:cNvPr>
          <p:cNvSpPr txBox="1">
            <a:spLocks/>
          </p:cNvSpPr>
          <p:nvPr/>
        </p:nvSpPr>
        <p:spPr>
          <a:xfrm>
            <a:off x="677335" y="2781515"/>
            <a:ext cx="8596668" cy="157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Основными преимуществами проекта являются современный интерфейс, адаптивность и интерактивность. Также веб-сайт обладает удобной навигацией и простым пользовательским интерфейсом.</a:t>
            </a:r>
          </a:p>
        </p:txBody>
      </p:sp>
    </p:spTree>
    <p:extLst>
      <p:ext uri="{BB962C8B-B14F-4D97-AF65-F5344CB8AC3E}">
        <p14:creationId xmlns:p14="http://schemas.microsoft.com/office/powerpoint/2010/main" val="1378458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555A86-3F0F-0805-FD13-7F5B87DD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84" y="2843981"/>
            <a:ext cx="10039827" cy="2094271"/>
          </a:xfrm>
        </p:spPr>
        <p:txBody>
          <a:bodyPr>
            <a:normAutofit/>
          </a:bodyPr>
          <a:lstStyle/>
          <a:p>
            <a:r>
              <a:rPr lang="ru-RU" sz="6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47292728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</TotalTime>
  <Words>625</Words>
  <Application>Microsoft Office PowerPoint</Application>
  <PresentationFormat>Широкоэкранный</PresentationFormat>
  <Paragraphs>39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Аспект</vt:lpstr>
      <vt:lpstr>Разработка онлайн информационной системы для продуктовых магазинов</vt:lpstr>
      <vt:lpstr>Для разработки данного веб-сайта был использован ряд современных технологий, обеспечивающих создание структуры, оформление интерфейса, реализацию интерактивного функционала и публикацию проекта в интернете.</vt:lpstr>
      <vt:lpstr>Структура разработанного веб-сайта включает в себя несколько основных разделов и функциональных элементов.</vt:lpstr>
      <vt:lpstr>Презентация PowerPoint</vt:lpstr>
      <vt:lpstr>Презентация PowerPoint</vt:lpstr>
      <vt:lpstr>Навигация сайта</vt:lpstr>
      <vt:lpstr>Icons</vt:lpstr>
      <vt:lpstr>Категории товаров</vt:lpstr>
      <vt:lpstr>Карточки товаров</vt:lpstr>
      <vt:lpstr>Реализация поиска</vt:lpstr>
      <vt:lpstr>Корзина</vt:lpstr>
      <vt:lpstr>products.js</vt:lpstr>
      <vt:lpstr>localStorage</vt:lpstr>
      <vt:lpstr>GitHub Pages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Oruc M?mm?dov</dc:creator>
  <cp:lastModifiedBy>Oruc M?mm?dov</cp:lastModifiedBy>
  <cp:revision>2</cp:revision>
  <dcterms:created xsi:type="dcterms:W3CDTF">2026-05-13T18:04:51Z</dcterms:created>
  <dcterms:modified xsi:type="dcterms:W3CDTF">2026-05-13T20:10:56Z</dcterms:modified>
</cp:coreProperties>
</file>